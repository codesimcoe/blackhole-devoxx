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6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60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26/09/2026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26/09/2026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26/09/2026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26/09/2026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26/09/2026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26/09/2026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2" y="2459504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vs </a:t>
            </a:r>
            <a:r>
              <a:rPr lang="fr-FR" sz="2400" dirty="0" err="1">
                <a:latin typeface="Fira Sans Condensed SemiBold" panose="020B0603050000020004" pitchFamily="34" charset="0"/>
              </a:rPr>
              <a:t>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== </a:t>
            </a:r>
            <a:r>
              <a:rPr lang="en-US" sz="2400" b="1">
                <a:latin typeface="Fira Sans Condensed SemiBold" panose="020B0603050000020004" pitchFamily="34" charset="0"/>
              </a:rPr>
              <a:t>vs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equals()</a:t>
            </a:r>
            <a:endParaRPr lang="en-US" sz="2400" dirty="0">
              <a:solidFill>
                <a:srgbClr val="0033B3"/>
              </a:solidFill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</a:t>
            </a:r>
            <a:r>
              <a:rPr lang="en-US" sz="2400">
                <a:latin typeface="Fira Sans Condensed SemiBold" panose="020B0603050000020004" pitchFamily="34" charset="0"/>
              </a:rPr>
              <a:t>in “pseudo Java”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scalarization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804832" y="3198167"/>
            <a:ext cx="458233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/>
              <a:t>🎬</a:t>
            </a:r>
            <a:r>
              <a:rPr lang="en-US" sz="4800">
                <a:latin typeface="Fira Sans Condensed SemiBold" panose="020B0603050000020004" pitchFamily="34" charset="0"/>
              </a:rPr>
              <a:t>Demo 01 &amp; 02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03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</a:t>
            </a:r>
            <a:r>
              <a:rPr lang="en-US" sz="2400" i="1">
                <a:latin typeface="Fira Sans Condensed SemiBold" panose="020B0603050000020004" pitchFamily="34" charset="0"/>
              </a:rPr>
              <a:t>and must</a:t>
            </a:r>
            <a:r>
              <a:rPr lang="en-US" sz="2400">
                <a:latin typeface="Fira Sans Condensed SemiBold" panose="020B0603050000020004" pitchFamily="34" charset="0"/>
              </a:rPr>
              <a:t>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04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391475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2452540" y="2032533"/>
            <a:ext cx="7286920" cy="861775"/>
            <a:chOff x="2452539" y="3511139"/>
            <a:chExt cx="7286920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1" y="3511139"/>
              <a:ext cx="668491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E5F9419D-1343-24EC-7B31-0F5132F31B14}"/>
              </a:ext>
            </a:extLst>
          </p:cNvPr>
          <p:cNvGrpSpPr/>
          <p:nvPr/>
        </p:nvGrpSpPr>
        <p:grpSpPr>
          <a:xfrm>
            <a:off x="5344616" y="3096768"/>
            <a:ext cx="1502768" cy="3569559"/>
            <a:chOff x="648769" y="2086605"/>
            <a:chExt cx="1502768" cy="3569559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798065" y="2086605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648769" y="2548270"/>
              <a:ext cx="1502768" cy="3107894"/>
              <a:chOff x="5344616" y="2160015"/>
              <a:chExt cx="1502768" cy="3107894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107894"/>
                <a:chOff x="1331843" y="1855304"/>
                <a:chExt cx="1345096" cy="3107894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4824050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3730657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081840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429709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4780892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 05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1918185"/>
            <a:ext cx="102699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Next steps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explore more flattening opportunities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bridge the gap between primitives and value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41949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https://github.com/CodeSimcoe/blackhole-devoxx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326864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7" name="Picture 6" descr="QR Code Image">
            <a:extLst>
              <a:ext uri="{FF2B5EF4-FFF2-40B4-BE49-F238E27FC236}">
                <a16:creationId xmlns:a16="http://schemas.microsoft.com/office/drawing/2014/main" id="{4E6588ED-DAD8-3857-59AD-6698AA9C6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189" y="4882049"/>
            <a:ext cx="1583622" cy="158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6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Valhalla Roadmap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8327</TotalTime>
  <Words>1450</Words>
  <Application>Microsoft Office PowerPoint</Application>
  <PresentationFormat>Widescreen</PresentationFormat>
  <Paragraphs>287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482</cp:revision>
  <cp:lastPrinted>2026-09-26T13:38:52Z</cp:lastPrinted>
  <dcterms:created xsi:type="dcterms:W3CDTF">2025-12-16T09:28:58Z</dcterms:created>
  <dcterms:modified xsi:type="dcterms:W3CDTF">2026-09-26T13:39:22Z</dcterms:modified>
</cp:coreProperties>
</file>