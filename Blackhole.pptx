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6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6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Type Safety</a:t>
            </a:r>
            <a:br>
              <a:rPr lang="en-US"/>
            </a:br>
            <a:r>
              <a:rPr lang="en-US"/>
              <a:t>Validation</a:t>
            </a:r>
            <a:br>
              <a:rPr lang="en-US"/>
            </a:br>
            <a:r>
              <a:rPr lang="en-US"/>
              <a:t>Domain Meaning</a:t>
            </a:r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5696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Compact Object Headers : 64 bits</a:t>
            </a:r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0386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02/10/2026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02/10/2026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02/10/2026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 type rehabilitation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2928541"/>
            <a:ext cx="10642861" cy="286232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positive"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1996175" y="490008"/>
            <a:ext cx="819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</a:t>
            </a:r>
            <a:r>
              <a:rPr lang="en-US" sz="3600">
                <a:latin typeface="Fira Sans Condensed SemiBold" panose="020B0603050000020004" pitchFamily="34" charset="0"/>
              </a:rPr>
              <a:t>Memory Representation with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</a:t>
            </a:r>
            <a:r>
              <a:rPr lang="en-US" sz="2400">
                <a:latin typeface="Fira Sans Condensed SemiBold" panose="020B0603050000020004" pitchFamily="34" charset="0"/>
              </a:rPr>
              <a:t>, value-class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The VM can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constructors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42585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958332" y="3478862"/>
            <a:ext cx="5536429" cy="861775"/>
            <a:chOff x="2452539" y="3511139"/>
            <a:chExt cx="5536429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5536428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2" y="3511139"/>
              <a:ext cx="523542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A529-8E05-2E17-D67B-FEC07812CD6A}"/>
              </a:ext>
            </a:extLst>
          </p:cNvPr>
          <p:cNvGrpSpPr/>
          <p:nvPr/>
        </p:nvGrpSpPr>
        <p:grpSpPr>
          <a:xfrm>
            <a:off x="8533276" y="2207290"/>
            <a:ext cx="1502768" cy="4266694"/>
            <a:chOff x="710739" y="2694253"/>
            <a:chExt cx="1502768" cy="4266694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860035" y="2694253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710739" y="3155918"/>
              <a:ext cx="1502768" cy="3805029"/>
              <a:chOff x="5344616" y="2160015"/>
              <a:chExt cx="1502768" cy="3805029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805029"/>
                <a:chOff x="1331843" y="1855304"/>
                <a:chExt cx="1345096" cy="3805029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5521185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4079923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431106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778975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5478027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B65101-BA0E-2AEC-AC56-3FA79363B269}"/>
                </a:ext>
              </a:extLst>
            </p:cNvPr>
            <p:cNvSpPr/>
            <p:nvPr/>
          </p:nvSpPr>
          <p:spPr>
            <a:xfrm>
              <a:off x="710739" y="4727957"/>
              <a:ext cx="1502768" cy="35118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1C69D66-70F9-596F-D3A1-4ED8C2342667}"/>
                </a:ext>
              </a:extLst>
            </p:cNvPr>
            <p:cNvSpPr/>
            <p:nvPr/>
          </p:nvSpPr>
          <p:spPr>
            <a:xfrm>
              <a:off x="710739" y="6126061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A9534-F64D-CEA8-BAE9-09A8E2B4563E}"/>
              </a:ext>
            </a:extLst>
          </p:cNvPr>
          <p:cNvSpPr txBox="1"/>
          <p:nvPr/>
        </p:nvSpPr>
        <p:spPr>
          <a:xfrm>
            <a:off x="8372274" y="1037462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972C23-0020-7CEF-663C-660BC7ABD56A}"/>
              </a:ext>
            </a:extLst>
          </p:cNvPr>
          <p:cNvSpPr txBox="1"/>
          <p:nvPr/>
        </p:nvSpPr>
        <p:spPr>
          <a:xfrm>
            <a:off x="8016407" y="23863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Without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48D8A8-1918-398D-80F3-F9626AF98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6980"/>
            <a:ext cx="12192000" cy="541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F392ED-488B-B9A3-BF50-E89549DA3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Classes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1438619" y="1980169"/>
            <a:ext cx="93147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clears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sets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classes…</a:t>
            </a:r>
          </a:p>
          <a:p>
            <a:pPr lvl="0"/>
            <a:r>
              <a:rPr lang="en-US" sz="2400">
                <a:latin typeface="Fira Sans Condensed SemiBold" panose="020B0603050000020004" pitchFamily="34" charset="0"/>
              </a:rPr>
              <a:t>    … but this may help : the compiler adds a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solidFill>
                  <a:srgbClr val="0033B3"/>
                </a:solidFill>
                <a:latin typeface="Fira Sans SemiBold" panose="020B0603050000020004" pitchFamily="34" charset="0"/>
              </a:rPr>
              <a:t> </a:t>
            </a:r>
            <a:r>
              <a:rPr lang="en-US" sz="2400">
                <a:latin typeface="Fira Sans Condensed SemiBold" panose="020B0603050000020004" pitchFamily="34" charset="0"/>
              </a:rPr>
              <a:t>attribute to ask to load value classes early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056730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(OOP) with primitive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Will change the way you write Java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430772"/>
            <a:ext cx="2186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Classes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8410</TotalTime>
  <Words>1438</Words>
  <Application>Microsoft Office PowerPoint</Application>
  <PresentationFormat>Widescreen</PresentationFormat>
  <Paragraphs>290</Paragraphs>
  <Slides>38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517</cp:revision>
  <cp:lastPrinted>2026-09-26T13:38:52Z</cp:lastPrinted>
  <dcterms:created xsi:type="dcterms:W3CDTF">2025-12-16T09:28:58Z</dcterms:created>
  <dcterms:modified xsi:type="dcterms:W3CDTF">2026-10-02T07:12:26Z</dcterms:modified>
</cp:coreProperties>
</file>