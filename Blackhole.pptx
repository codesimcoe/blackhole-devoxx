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41" r:id="rId27"/>
    <p:sldId id="287" r:id="rId28"/>
    <p:sldId id="461" r:id="rId29"/>
    <p:sldId id="273" r:id="rId30"/>
    <p:sldId id="464" r:id="rId31"/>
    <p:sldId id="463" r:id="rId32"/>
    <p:sldId id="309" r:id="rId33"/>
    <p:sldId id="467" r:id="rId34"/>
    <p:sldId id="317" r:id="rId35"/>
    <p:sldId id="452" r:id="rId36"/>
    <p:sldId id="454" r:id="rId37"/>
    <p:sldId id="455" r:id="rId3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23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64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21/09/2026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21/09/2026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21/09/2026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43" y="1512731"/>
            <a:ext cx="2821601" cy="3087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64700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Platform (Loom</a:t>
            </a:r>
            <a:r>
              <a:rPr lang="en-US" sz="2000" i="1" dirty="0">
                <a:latin typeface="Fira Sans Condensed SemiBold" panose="020B0603050000020004" pitchFamily="34" charset="0"/>
              </a:rPr>
              <a:t>, Panama, Leyden</a:t>
            </a:r>
            <a:r>
              <a:rPr lang="en-US" sz="2000" i="1">
                <a:latin typeface="Fira Sans Condensed SemiBold" panose="020B0603050000020004" pitchFamily="34" charset="0"/>
              </a:rPr>
              <a:t>, Lilliput, </a:t>
            </a:r>
            <a:r>
              <a:rPr lang="en-US" sz="2000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>
                <a:latin typeface="Fira Sans Condensed SemiBold" panose="020B0603050000020004" pitchFamily="34" charset="0"/>
              </a:rPr>
              <a:t>)</a:t>
            </a: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684340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275572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4285279" y="3070731"/>
            <a:ext cx="40575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Zero-cost abstraction</a:t>
            </a:r>
            <a:endParaRPr lang="fr-FR" sz="240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Flat </a:t>
            </a:r>
            <a:r>
              <a:rPr lang="fr-FR" sz="2400" dirty="0">
                <a:latin typeface="Fira Sans Condensed SemiBold" panose="020B0603050000020004" pitchFamily="34" charset="0"/>
              </a:rPr>
              <a:t>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Primitives vs Objects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5467463" y="490008"/>
            <a:ext cx="12570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Goals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1643905" y="2794647"/>
            <a:ext cx="806541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Primitives are second class citizens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Pas d’abstraction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Pas de tableau commun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Pas applicable aux generics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Pas de methodes (toString(),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== vs equals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i="1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At runtime, in pseudo Java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(scalarization)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979772" y="3198167"/>
            <a:ext cx="4232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and must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212316" y="490008"/>
            <a:ext cx="3767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227327A-ED9D-C7CD-B785-3ADB4098C1CC}"/>
              </a:ext>
            </a:extLst>
          </p:cNvPr>
          <p:cNvSpPr txBox="1"/>
          <p:nvPr/>
        </p:nvSpPr>
        <p:spPr>
          <a:xfrm>
            <a:off x="3156092" y="2918096"/>
            <a:ext cx="56621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Vec3 -&gt; byte : ok flatten</a:t>
            </a:r>
          </a:p>
          <a:p>
            <a:pPr algn="ctr"/>
            <a:endParaRPr lang="en-US" sz="3600">
              <a:latin typeface="Fira Sans Condensed SemiBold" panose="020B0603050000020004" pitchFamily="34" charset="0"/>
            </a:endParaRPr>
          </a:p>
          <a:p>
            <a:pPr algn="ctr"/>
            <a:endParaRPr lang="en-US" sz="3600">
              <a:latin typeface="Fira Sans Condensed SemiBold" panose="020B0603050000020004" pitchFamily="34" charset="0"/>
            </a:endParaRPr>
          </a:p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Blague -&gt; Blackhole pixel art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864460" y="490008"/>
            <a:ext cx="4463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Rendering a blackhole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AF201C6-28DE-58EB-2DAD-6A4DEF48AC00}"/>
              </a:ext>
            </a:extLst>
          </p:cNvPr>
          <p:cNvSpPr txBox="1"/>
          <p:nvPr/>
        </p:nvSpPr>
        <p:spPr>
          <a:xfrm>
            <a:off x="1773828" y="1604314"/>
            <a:ext cx="86443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Trace thousands of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 from the camera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Use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>
                <a:latin typeface="Fira Sans Condensed SemiBold" panose="020B0603050000020004" pitchFamily="34" charset="0"/>
              </a:rPr>
              <a:t> to represent and update positions and directions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 black hole curves spacetime, bending each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’s trajectory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Advance each ray in small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Accumulate the light encountered along the path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Produce the pixel’s final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Color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1A580C-5E28-E439-3273-1AD4A8DCA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4380613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B9E3728-5C13-7F5B-9C72-4C6B88A9A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002397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Ray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origin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E785D7-A4B9-7FAD-D5DC-0D295C60F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624181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r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g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b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883E9D0-CCD7-4B04-614B-0B52051506A2}"/>
              </a:ext>
            </a:extLst>
          </p:cNvPr>
          <p:cNvSpPr txBox="1"/>
          <p:nvPr/>
        </p:nvSpPr>
        <p:spPr>
          <a:xfrm>
            <a:off x="5065090" y="62131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ACEE87-99A6-4092-002D-2E9139AFB75F}"/>
              </a:ext>
            </a:extLst>
          </p:cNvPr>
          <p:cNvSpPr txBox="1"/>
          <p:nvPr/>
        </p:nvSpPr>
        <p:spPr>
          <a:xfrm>
            <a:off x="666893" y="490008"/>
            <a:ext cx="1031731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accent2"/>
                </a:solidFill>
              </a:rPr>
              <a:t>EPURER</a:t>
            </a:r>
          </a:p>
          <a:p>
            <a:r>
              <a:rPr lang="en-US" sz="4800">
                <a:solidFill>
                  <a:schemeClr val="accent2"/>
                </a:solidFill>
              </a:rPr>
              <a:t>Une phrase au dessus de chaque Type</a:t>
            </a:r>
            <a:endParaRPr lang="fr-FR" sz="480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Next steps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explore more flattening opportunities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bridge the gap between primitives and value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6789</TotalTime>
  <Words>1302</Words>
  <Application>Microsoft Office PowerPoint</Application>
  <PresentationFormat>Widescreen</PresentationFormat>
  <Paragraphs>273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444</cp:revision>
  <cp:lastPrinted>2026-02-24T11:26:21Z</cp:lastPrinted>
  <dcterms:created xsi:type="dcterms:W3CDTF">2025-12-16T09:28:58Z</dcterms:created>
  <dcterms:modified xsi:type="dcterms:W3CDTF">2026-09-21T21:14:53Z</dcterms:modified>
</cp:coreProperties>
</file>